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667512" y="1472184"/>
            <a:ext cx="4956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</a:t>
            </a:r>
            <a:endParaRPr lang="en-US" sz="3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67512" y="3191256"/>
            <a:ext cx="4956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Innovation &amp; Growth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950976" y="1618488"/>
            <a:ext cx="72420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Future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2026-08-28T22:33:22Z</dcterms:created>
  <dcterms:modified xsi:type="dcterms:W3CDTF">2026-08-28T22:33:22Z</dcterms:modified>
</cp:coreProperties>
</file>