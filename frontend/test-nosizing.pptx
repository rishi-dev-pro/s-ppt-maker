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512" y="1472184"/>
            <a:ext cx="4956048" cy="1335024"/>
          </a:xfrm>
          <a:prstGeom prst="rect">
            <a:avLst/>
          </a:prstGeom>
          <a:noFill/>
          <a:ln/>
        </p:spPr>
        <p:txBody>
          <a:bodyPr wrap="square" lIns="38100" tIns="88900" rIns="88900" bIns="3810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Title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7512" y="3191256"/>
            <a:ext cx="4956048" cy="475488"/>
          </a:xfrm>
          <a:prstGeom prst="rect">
            <a:avLst/>
          </a:prstGeom>
          <a:noFill/>
          <a:ln/>
        </p:spPr>
        <p:txBody>
          <a:bodyPr wrap="square" lIns="38100" tIns="88900" rIns="88900" bIns="3810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2026-08-28T22:19:56Z</dcterms:created>
  <dcterms:modified xsi:type="dcterms:W3CDTF">2026-08-28T22:19:56Z</dcterms:modified>
</cp:coreProperties>
</file>