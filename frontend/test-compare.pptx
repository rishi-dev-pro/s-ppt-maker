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1"/>
          <p:cNvSpPr/>
          <p:nvPr/>
        </p:nvSpPr>
        <p:spPr>
          <a:xfrm>
            <a:off x="667512" y="1472184"/>
            <a:ext cx="495604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9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Vision</a:t>
            </a:r>
            <a:endParaRPr lang="en-US" sz="39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39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3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187952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2026-08-28T22:37:01Z</dcterms:created>
  <dcterms:modified xsi:type="dcterms:W3CDTF">2026-08-28T22:37:01Z</dcterms:modified>
</cp:coreProperties>
</file>