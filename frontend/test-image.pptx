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1328" r="31328" t="0" b="0"/>
          <a:stretch/>
        </p:blipFill>
        <p:spPr>
          <a:xfrm>
            <a:off x="0" y="0"/>
            <a:ext cx="7620000" cy="1147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Title</a:t>
            </a: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2026-08-28T22:17:35Z</dcterms:created>
  <dcterms:modified xsi:type="dcterms:W3CDTF">2026-08-28T22:17:35Z</dcterms:modified>
</cp:coreProperties>
</file>